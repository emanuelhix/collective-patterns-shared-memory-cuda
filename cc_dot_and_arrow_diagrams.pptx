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7" r:id="rId4"/>
    <p:sldId id="276" r:id="rId5"/>
    <p:sldId id="275" r:id="rId6"/>
    <p:sldId id="274" r:id="rId7"/>
    <p:sldId id="271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4DC9D-A0D4-43CA-D822-483CD9B33F74}" v="385" dt="2025-11-07T11:18:15.964"/>
    <p1510:client id="{E98F7317-41F3-FBC8-EC98-7B0914A73C9B}" v="1421" dt="2025-11-06T22:47:10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Collective Communication with Shared Memory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/>
              <a:t>CS 5/4473 Parallel Distributed and Network Programming</a:t>
            </a:r>
          </a:p>
          <a:p>
            <a:pPr algn="l"/>
            <a:r>
              <a:rPr lang="en-US"/>
              <a:t>Dr. Richard Veras</a:t>
            </a:r>
          </a:p>
          <a:p>
            <a:pPr algn="l"/>
            <a:endParaRPr lang="en-US">
              <a:highlight>
                <a:srgbClr val="FFFF00"/>
              </a:highlight>
            </a:endParaRPr>
          </a:p>
          <a:p>
            <a:pPr algn="l"/>
            <a:r>
              <a:rPr lang="en-US">
                <a:highlight>
                  <a:srgbClr val="FFFF00"/>
                </a:highlight>
              </a:rPr>
              <a:t>STUDENT_NAME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BB20-A08C-1F16-017D-869C3129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3725-85F5-64E8-E3BB-E45B44C8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each problem in the code (XX.Z) draw the data movement (add all of the arrows) between: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shared_mem</a:t>
            </a:r>
            <a:r>
              <a:rPr lang="en-US" dirty="0"/>
              <a:t> --&gt; </a:t>
            </a:r>
            <a:r>
              <a:rPr lang="en-US" dirty="0" err="1"/>
              <a:t>dst</a:t>
            </a:r>
            <a:endParaRPr lang="en-US"/>
          </a:p>
          <a:p>
            <a:r>
              <a:rPr lang="en-US" dirty="0"/>
              <a:t>You can use this template, but you are not required to use it.</a:t>
            </a:r>
          </a:p>
          <a:p>
            <a:r>
              <a:rPr lang="en-US" dirty="0"/>
              <a:t>rid is </a:t>
            </a:r>
            <a:r>
              <a:rPr lang="en-US" dirty="0" err="1"/>
              <a:t>tid</a:t>
            </a:r>
            <a:r>
              <a:rPr lang="en-US" dirty="0"/>
              <a:t> here</a:t>
            </a:r>
          </a:p>
          <a:p>
            <a:r>
              <a:rPr lang="en-US" dirty="0"/>
              <a:t>Assume </a:t>
            </a:r>
            <a:r>
              <a:rPr lang="en-US" dirty="0" err="1"/>
              <a:t>root_rid</a:t>
            </a:r>
            <a:r>
              <a:rPr lang="en-US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7981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9629-FE82-E8AF-BEE8-147A79C2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E0335D5-CEBD-DCDF-FF20-8AE628116EE5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2A45A-4ED3-2D67-D3A6-A8F5FC84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01: Broadcast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F9A181-8236-E6A7-BB4D-2F1B11C43684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83ACF-6BE1-500C-154E-B0C9769FD7FC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47F172-88FF-F745-BEF2-75F3FE4C837D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21F70B-A9AB-DBBF-01ED-43540C5C1B46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BE937-51F5-0287-6A79-9F645ADE3E12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47C48-832A-EB74-33F8-C972A3718FA0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4B7B1C-0179-E78C-AA38-5E3FA1230EBD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7EB760-CEDB-14F1-9AD0-4E575D762ACB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8951ABD-B84B-7CB3-0A42-7AF99718B0D0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65FACA-AEE8-CB0A-6572-DED19A1B53CC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FC6B0C2-EB4E-E77D-497B-34156C9FDEC7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3AE9C9E-5BB2-7A95-C7C1-790A56AFC129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682DD87-CFDD-2D72-1AF6-49D66B6DF99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728BEED-4D41-F96C-5E0E-7EC9DFEF31C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30EE939-7B8C-2965-ED0C-F1F9690BB8CE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07CA003-3F7D-A1F2-9350-ED8B0CEB9FC3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83E944B-72E5-A466-EFF5-F333C74870ED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DA7479-13C3-0D26-34E2-9B9B2215BD5C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575697C-1CC6-4692-35C1-4A4AEF67BC21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2C40705-DA4C-6D5D-FAB4-04A5308E7F4B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8CD2FA-E635-0A5B-A75E-B5E1178B424F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E672DC-2E76-6E20-0293-9F903314ED31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041C44-F0E4-C491-69B2-FE20711DE170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A372FF-7F42-595B-155E-6E75CC2EEE2D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BD1216D-B8F8-B63E-DA35-B6AF1BBBB4C0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0833F-5B29-9B39-B868-5DF64C1521D6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C7F4D-7F13-5BA0-5E6C-FFC8E929DB53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53774-6F46-4EA2-6676-5B3DC7238491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3D5C3-0B9F-3162-B265-2B3AAECADC8C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</p:spTree>
    <p:extLst>
      <p:ext uri="{BB962C8B-B14F-4D97-AF65-F5344CB8AC3E}">
        <p14:creationId xmlns:p14="http://schemas.microsoft.com/office/powerpoint/2010/main" val="3730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2BB9-9DC6-B481-2E56-E30468E2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2649421F-5180-FDC7-E7BF-6608CA11F79A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C329-F229-D2F0-5AAD-AAC6A994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02: Reduce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349FBF-C963-3336-8FC3-B90FE12B7619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0D9567-8990-9750-808D-BCD9A1028419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B76954-7290-6964-08A4-8A1733C713E7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80B3BF-155E-0045-7335-93249BC24B53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D3F5E1-4816-D4C9-B96C-6E6ACD656252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372AF-2353-A11F-7E35-8B46BCD26815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E1A8DC-E3FB-7E03-AE6E-E1E5171BACA8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2D2BA7-1D2C-53E6-D3EE-DE85C5F08A41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508859D-B7A9-8D3A-C58E-1632A6A823EC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4384267-809E-4B1B-1AFA-B788BFFE3963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B1247C1-AC58-FB5C-70CA-F659B8E3CDAA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1FA1EB0-4C3D-635E-AB48-11FA68ACBA94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03FE6FA-5E06-94D3-C45D-B3005A961AC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378B58E-2ECF-D871-4540-8DC6111B41AD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CC809C-86D3-03F6-8E41-4E96E6354830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7F7F96C-8FED-A9AC-BC5F-517A7F0E08D8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393A03E-E8F9-AFD0-E21D-5D493E3A2ADA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51220E-1F2B-1B92-85B1-0F27CCE9C1C7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BEEC91-857F-F00E-4524-58B1F15BA678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7D4F70-2C2A-1ADB-8E33-2C6B9AA68C56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1510E70-9890-2518-0981-FB7A62E239A8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1019451-2504-907A-0996-68FBE45828F4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6779E2F-BC53-C51F-C2C9-B4BD216AE22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D8E1139-0345-B74A-9AE5-655A6C7446B1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41C965-F3A5-ACE9-2A04-FA49AF614307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69134-266F-51F3-B347-7277E9C56179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81F8C-078B-B529-F267-74B18E8632D5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49901-28DE-6F4D-50D3-B74D733C6448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B9A25-37B8-E431-61B5-46FB1266ABED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</p:spTree>
    <p:extLst>
      <p:ext uri="{BB962C8B-B14F-4D97-AF65-F5344CB8AC3E}">
        <p14:creationId xmlns:p14="http://schemas.microsoft.com/office/powerpoint/2010/main" val="358315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D884-D4C1-5242-EAEB-307A57E1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EC89E374-B774-BB6A-FF67-9E7053FBA69C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01DD8-1233-DEDD-F738-E11618D3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03: Scatter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0E0C84-9D77-628D-AEC1-7BBDB9A15767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353F19-8998-323B-ACB3-5D67E548B29B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BEAE1-1B92-C7A7-A6BF-E6E7D7209F0E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91B523-0532-BF2F-0B77-6FB0C32A9B1E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45827-E238-3AEF-9C71-06805E3C245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D76DE-7118-E318-79E6-B5DE9A45BA20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B76E45-06D8-9963-C4BD-B24030E76B25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74366F-AEFD-4038-A7FC-34CC066B75A6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79A0D1-F7AC-E7F7-E544-26E638CD262C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76D34AA-E97C-A1E1-1995-DD20C85215F8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D9602C-E835-586B-F364-2DD6259593D2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362FD6-8D51-84D5-81BB-7510F51BB0F5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54E472-EE0D-A75D-CA94-C500580624FF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6544F2-5D7E-7A65-BF6B-94382994B246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DB55D1A-6942-8A61-915B-ECA85C11188A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55AD5C5-546C-151C-A3B3-BC7A0D96B246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62BF6C1-E77C-721E-55AA-D09F71D0EAE8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31A9A90-54AA-BC25-82DB-63ADAAB01562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E68E137-D9BC-48BE-1F84-3791538DE4EE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012D1D-AF20-F4E3-1947-EEC9E39EA9B0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6948099-6AF6-C9D5-DEE0-2776BEA06CD0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83CFBC-700A-F064-E61E-86EAE2DF9E2B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9E34831-8065-D23F-DF02-E4D952F56ED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BC1F9C-751E-FFE1-3F64-7A5150DDE5DB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8CB93F6-A959-3FDD-D7A0-EDD6C9198499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5E347-5B1C-C8D9-A152-474D691199DC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6E48D-9FEF-04DE-6070-B50AB9EAC5B9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759CD-EBE5-3DBC-EC87-7C3AB0D4759E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3EBC2-07C8-4C78-9E60-A3A77F3F6046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500A57-D631-95D4-8E5F-9AD492030F6B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14F38C-43C8-7E23-FB88-E124EE4CC444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72A79A-9215-8B3A-7438-974B27A0FFC5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CF405A-6A8D-771E-10A6-0A1EA223A9DC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D8E45B8-370C-B419-F8AE-A6177374E5F7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5ECB2BA-1507-18B1-279A-C77A02D615D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FB6E06-6569-309F-5D2C-788F3DDA96B7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382D4FA-65D3-D557-B323-48ED5D83F566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1B57985-FA0F-024A-4761-7ADC7F7E2B7B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E29F4BD-DF32-715D-D132-3717B9428137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4F0D398-FC75-9DBD-1E92-CE9D4374F891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05ABAFF-01B0-D311-E4CD-423A60BAED7A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7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C192-06BB-EB2E-4065-7FD20ECD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6DF3074F-C898-A489-7139-F8D852D2B036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ED72E-A006-20C4-B18A-57BE3E0B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04: Gather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96EF82-0752-BE4D-D194-12102BD17404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B6FA58-B684-93E1-A4AA-29B707A09C51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E14F29-E108-90D2-6170-3F269B6DC8FD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C8038F-4567-1677-D4D0-4458142D9976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C19DA-0009-D4B9-4745-4069AFD6872A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65483D-4254-18BC-548D-DA1AE08C0465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DD9CC1-6929-3049-D454-C9D90E3D62D3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C221210-BFF6-D637-0B89-492ED950C7AE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2265E8-8FD2-8005-5668-28F7A375ECE6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1DB24E1-A733-6E5D-9F9C-761D09DF8455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2ACCAC8-F328-8320-D4A5-99EDCDFDA27D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DA04A6F-7CA2-6D9E-74CE-A69AFEB57A18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C01B09-8533-380E-CB39-AF9A176EE719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E3607D6-C728-4AA5-460B-9C686D845381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D307B12-96C5-7CFC-FBDA-59C76EF5A69B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CFA9333-AA2A-A463-DDCD-1C11E2C89612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ABD7AA6-D1CB-1BEC-B177-F996CCCFBED9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D951624-EAA1-80D6-D940-0712491DC143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2A8FC04-01A9-07FF-D25B-650AC6FD34F5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F6DBB47-0164-C6FC-34D3-319040CB66F2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77F7BD-C9AB-29E9-317D-DA7FFC35075C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A679350-E3AB-926C-AE9D-7C04C4F2A61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690454F-7C1D-DD92-0921-726FCD237A85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41F9C6D-ECF0-1B1F-3EF0-F74D647F58F3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9690F77-DD21-D4CA-438E-F4E6A5A0EE2F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9070A29-0EBA-7D06-C6ED-5FAAB9BBE0A3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17AEA74-03A9-6A17-2652-7172E7AEA59B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B3BF94E-4EFB-2081-C162-ABF772107574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F96417-CCB7-26BB-04CC-C64D06A76855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A97EA23-44A6-C820-7E5B-D5C5D70554F3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23187E3-9470-35A6-BD98-E1D357FF200F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78BA43E-F664-0F9B-D933-EA4FBC73682B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68A783A-30DE-1A97-A0DA-A06276C80546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FF2A78-DF17-33EB-706C-8FE2C7D47702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C8996F2-E3CE-A4CD-1AE9-855643F221D8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E94C302-39A2-F29F-99B9-6AB2E63CFA7E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46BE6-6D73-F54F-C584-4E51B488FEC6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9F7F68-9194-BF32-F464-24C30BF76ABE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6875A-DA6C-A278-0AE8-3FBC88F6464D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EDD5B5-AD09-857B-810A-A7D5472D6D4B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BD81A5-31E7-D057-117B-607904715C37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BBEB25-3AFB-DF95-C897-08B18CE0C740}"/>
              </a:ext>
            </a:extLst>
          </p:cNvPr>
          <p:cNvSpPr txBox="1"/>
          <p:nvPr/>
        </p:nvSpPr>
        <p:spPr>
          <a:xfrm>
            <a:off x="1611778" y="6071502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</p:spTree>
    <p:extLst>
      <p:ext uri="{BB962C8B-B14F-4D97-AF65-F5344CB8AC3E}">
        <p14:creationId xmlns:p14="http://schemas.microsoft.com/office/powerpoint/2010/main" val="82771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5A29-96CE-F4BD-E555-148C0A94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5FDF37D-1333-520B-67B5-3C249337EA66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D6685-D6CC-4408-C94F-CDB6D753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05: All Reduce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014C6E-1940-478B-B891-5441B2CD0AD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F02A8-5DD0-D5EB-CE6D-C5B88009C4F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1ADC4-174D-1015-A086-DB75096D6605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28105C-CEE3-904F-6CA3-6BB4D3C41DE4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902466-97B4-AF41-8B4B-9E80E2041EB1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9DB55-B4E3-4E9A-BAE3-9050C79BF8EB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0A681A-642D-F159-BD6C-9FE3F57A9E02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346763-8141-4706-D595-754FDB189888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7418584-9887-ED85-EFDC-BB7A03C09326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AE75903-AEC2-F4B7-8A44-63690DA932F4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E7BA7C-B128-14D4-CCE7-1735CD5234D8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AD2E52-C939-DE64-93F5-B16967C38F26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0EFE5B-5D00-2972-2B3A-9C3341CDDB8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8234054-46EC-1E87-AA75-F720CFFD2BA8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9091BD4-7F01-85C8-DFBB-3FA66DE8858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99C835D-63D6-BF2E-BB9F-163FDC96033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E5C2F-9985-7F41-8CA9-3E693BA5CB53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5D1DF1-7A25-2A9F-CDF6-CF65D71D367A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BF37CEE-8DEC-0BD6-B44A-4B92C99DADFD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5EBDDE-F70B-04AE-D9CE-F01C94FFA4C1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C5AF32E-1BA0-26B6-FF8A-96002E8C5C95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3CF6836-9437-9B93-1DA4-7C72EFF286A1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B5F610-DC0E-ECB9-A6B4-98416123E11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CB2AB3C-4762-9FBE-CB75-07A2C837BCDD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21EF78F-5BB4-638F-66F5-A3F1D8ACFD10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F4EA1-91FA-10E2-3A49-77617D046208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9BCDD-12C0-19EC-790A-1CC34D07E1B6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5B1D7-C9E2-9209-2691-02F3C59C8406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365D9-6A65-C2B1-3A8E-2D25DDD71A56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</p:spTree>
    <p:extLst>
      <p:ext uri="{BB962C8B-B14F-4D97-AF65-F5344CB8AC3E}">
        <p14:creationId xmlns:p14="http://schemas.microsoft.com/office/powerpoint/2010/main" val="84474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0473-E4F5-A699-AB67-C3C7B8B0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BA8EB6C-ED84-E439-FDCB-9AE59391AA7B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B37AE-0EC3-FCED-E96F-1701CD96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06: All Gather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B02C-988D-9D39-B1E1-4B720EF36C00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100AD6-4F41-92F6-E3A0-79991AC6109E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547D1-47BE-94B1-6890-2FCB57E4D315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A9C552-E2B5-B038-10EA-06F8CC630F9E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C5C42D-86EE-6FB7-DCB2-B87D659C8713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4E7C5C-0E65-E2E5-FAEB-0679739181D9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DCC647-37B3-78D0-AF8E-1224A8E8F455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EA9EDD-352E-E1D3-DC24-4685F70DF1E8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D00AB4-B7E9-FC0F-3F3B-E25613EC401A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70002D-A8C9-7103-1093-450270A300B9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9557A3-07E6-EE62-4DA9-40AF51563A4E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97EEE-7DA4-1EBA-12A6-C1C4046F0F26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B522F2-18F6-D67F-3395-0589B7848AB6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517BB5-9DA6-9705-6077-D19647B2B1E6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E69A11-A650-67B2-2116-DECEDEBD172E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7DEC1F-D501-E822-BF8E-60C5366040F0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CCEEB3-D6E6-C698-2273-2831ACC494A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AA2D1D-1691-DC4C-A832-4239BC82FA38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7F02EA-795B-8378-7D0C-A1E40267E1F0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F2EF39-304E-F5B7-1595-18CAA5B14001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D7D3D3D-AD8C-36C2-FB3F-5F6814547C1F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CBCD5AC-EB34-3F60-FFCA-CA8CF1E3E6FC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A2D9B04-4F93-0BAB-095A-01A16722B1AD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36919CE-F567-B6C1-78DE-683AE808EEBD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2B029A6-33EA-9A47-4227-5B580A049061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2D2CF0-85FA-2A7D-9D7D-7D8998109928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A867094-C1A1-CD6D-2041-ACECEB4476BA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F68C0E1-77BD-F18A-1C5B-9149B6DE4586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9683DE-5AD1-CB16-B750-E0BACA35933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FAA11FD-9920-C469-54E8-B17E89AEC299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C25F437-85D1-A0C7-5EAD-434A0B54B25F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859D1B-34F0-2DB3-39DE-197509B313A0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9847B7E-D98F-B5D4-9403-DABC723099A4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37C225B-94F9-BF6D-ACB6-96C75B11FA4D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FC98D9A-8E3D-406D-8AF8-DCE7B5C1A351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E7FD540-08A2-31A5-F671-290CF8191CD4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246FDC5-EE64-F166-5169-63AB9F62E727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70754B3-692E-0584-CCFF-89D3D0A19B9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ECAF8-FFD8-1DE8-C7F9-A42558A14C80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E0AD3DC-49C7-8F93-8AFB-30CB4C9A90BE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04D8C0A-8004-1FC6-E2F2-768AC674F113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04DE47-7188-2A40-8207-6FB207073E35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C104939-FB86-3CF4-22A4-5AAEDA44C93E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322CB2-6865-BBDF-8461-00701E825E99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C6519E5-E2F9-0EC3-1CC3-088D6B04319C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CA1117F-EF20-1C1D-A59F-E208AF710E94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DEDF11F-8227-CB3E-12B7-00A308216CD4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0574A6-F377-A739-5870-4F48C21B5F66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AFD310C-0F73-3805-D8E6-71EA292E04B7}"/>
              </a:ext>
            </a:extLst>
          </p:cNvPr>
          <p:cNvSpPr txBox="1"/>
          <p:nvPr/>
        </p:nvSpPr>
        <p:spPr>
          <a:xfrm>
            <a:off x="5671772" y="575399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44B24-2633-88FB-A030-E55A260C1992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0FF83-9210-273E-BC34-65361937CB8C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B7B732-73D7-891E-8295-1BCC0713D130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E8831-0127-49EF-C972-E00409E0C212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</p:spTree>
    <p:extLst>
      <p:ext uri="{BB962C8B-B14F-4D97-AF65-F5344CB8AC3E}">
        <p14:creationId xmlns:p14="http://schemas.microsoft.com/office/powerpoint/2010/main" val="153146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07FF-993F-5CF1-9472-A088572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E35784ED-B84C-B672-FC0F-18D59C9E4074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C8126-6078-BBC1-43BF-E9843C76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07: All to All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52BD09-004C-E035-D04B-F8375447DB82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76BA76-2FE1-85C7-9CCF-2CDDDC31A50A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BFE5E0-A6F2-E8A0-5409-8726F0845C1A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0A25AE-6AF3-F69E-33FA-7258E37499B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C59FCB-B28B-D783-779F-AE5784D5F2E4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B99AC6-9AF0-D4B0-5F6A-F372C872F961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D7E554-D423-C13C-1EC8-BE87A82640C7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612439-D8E9-23E1-6CC2-3A83359803FB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71D73-3697-4766-DD8E-BD9849737DD9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BD14A-1FD3-445B-8572-F4C8E8A27943}"/>
              </a:ext>
            </a:extLst>
          </p:cNvPr>
          <p:cNvSpPr txBox="1"/>
          <p:nvPr/>
        </p:nvSpPr>
        <p:spPr>
          <a:xfrm>
            <a:off x="272453" y="5756322"/>
            <a:ext cx="1077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1B0524-3BCA-0249-5713-A3A7832A621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07A6-6FB6-6872-A5B2-D72A5BFEC4A2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9FFC1C-1C3B-CE57-9E7A-25149CBC5BC6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EFEF10-46E1-19B1-9923-64002CA9CA7F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2ED25D-8AD4-D386-23C2-C818CF1AF0CF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31A22E9-CFEF-75F8-FD74-2571FB15178D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312DF2-B891-6DFA-7FF3-2B0E49EED57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1E0FF3-1589-266A-B1C0-9BF4071B869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2C42C1-4698-845D-6EDD-7427DAF3BBF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CFC699-460D-30C8-5CC8-C565FC91C1F1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F38AAC-8DEC-D0E5-0532-149CBEE30B65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D022009-9924-6992-F7B0-C4619033EBFE}"/>
              </a:ext>
            </a:extLst>
          </p:cNvPr>
          <p:cNvSpPr/>
          <p:nvPr/>
        </p:nvSpPr>
        <p:spPr>
          <a:xfrm>
            <a:off x="2574678" y="35863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6B30B7-93BE-F93D-2234-185A1C50A96A}"/>
              </a:ext>
            </a:extLst>
          </p:cNvPr>
          <p:cNvSpPr/>
          <p:nvPr/>
        </p:nvSpPr>
        <p:spPr>
          <a:xfrm>
            <a:off x="3134019" y="35863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98FD1AC-5468-9200-C1EE-DAAD4823FC5E}"/>
              </a:ext>
            </a:extLst>
          </p:cNvPr>
          <p:cNvSpPr/>
          <p:nvPr/>
        </p:nvSpPr>
        <p:spPr>
          <a:xfrm>
            <a:off x="3774422" y="35863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C420064-3FF4-1F43-5273-BA0D7DBA4ACA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B0667C-576B-AEBA-A2FF-0E986FA29ADC}"/>
              </a:ext>
            </a:extLst>
          </p:cNvPr>
          <p:cNvSpPr/>
          <p:nvPr/>
        </p:nvSpPr>
        <p:spPr>
          <a:xfrm>
            <a:off x="4957954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5C92071-8E5B-9426-66D3-0058723274BE}"/>
              </a:ext>
            </a:extLst>
          </p:cNvPr>
          <p:cNvSpPr/>
          <p:nvPr/>
        </p:nvSpPr>
        <p:spPr>
          <a:xfrm>
            <a:off x="5517295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D8DCEC9-5001-B05B-980C-B52E2D316F1B}"/>
              </a:ext>
            </a:extLst>
          </p:cNvPr>
          <p:cNvSpPr/>
          <p:nvPr/>
        </p:nvSpPr>
        <p:spPr>
          <a:xfrm>
            <a:off x="6157698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EF628A4-8EB2-3C94-3B71-E43BEEEE9881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FC70EF5-9B6E-F6E3-0A40-745E2EEBB276}"/>
              </a:ext>
            </a:extLst>
          </p:cNvPr>
          <p:cNvSpPr/>
          <p:nvPr/>
        </p:nvSpPr>
        <p:spPr>
          <a:xfrm>
            <a:off x="7388287" y="35956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01A33B8-04D3-5393-08A1-0801B3AF5949}"/>
              </a:ext>
            </a:extLst>
          </p:cNvPr>
          <p:cNvSpPr/>
          <p:nvPr/>
        </p:nvSpPr>
        <p:spPr>
          <a:xfrm>
            <a:off x="7947628" y="35956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A420C87-3F8D-5684-2303-2E175779212E}"/>
              </a:ext>
            </a:extLst>
          </p:cNvPr>
          <p:cNvSpPr/>
          <p:nvPr/>
        </p:nvSpPr>
        <p:spPr>
          <a:xfrm>
            <a:off x="8588031" y="359563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E8C4C75-CCF5-89A1-1D63-9636D51ACF96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49053D6-4DC4-ABEF-74C3-596A1E180E64}"/>
              </a:ext>
            </a:extLst>
          </p:cNvPr>
          <p:cNvSpPr/>
          <p:nvPr/>
        </p:nvSpPr>
        <p:spPr>
          <a:xfrm>
            <a:off x="9771563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3E49C03-A56B-9937-D291-C67DE078A9D0}"/>
              </a:ext>
            </a:extLst>
          </p:cNvPr>
          <p:cNvSpPr/>
          <p:nvPr/>
        </p:nvSpPr>
        <p:spPr>
          <a:xfrm>
            <a:off x="10330904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878230-DF7D-381F-A784-20D72F0ABC5B}"/>
              </a:ext>
            </a:extLst>
          </p:cNvPr>
          <p:cNvSpPr/>
          <p:nvPr/>
        </p:nvSpPr>
        <p:spPr>
          <a:xfrm>
            <a:off x="10971307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EBB25EF-A8F3-A72B-A985-EDEF3A10C7C5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0A3FA98-2C18-6E8A-8E81-00D8EF71D5C4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A76BF12-C8E6-C0E0-C724-1FE51A988CA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8E10702-50CC-52A6-90B9-CD0E767AC053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A04EF1B-E647-2FB6-9700-81911B40A4A4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33C538A-F83B-2063-1E59-A6787016861B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1FD5B62-C781-B45A-78A0-885FE8FD5E36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9E3B758-E5F8-BA9E-A75C-E9EA12DE519C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DE0606C-7589-BC51-F4F9-D13A1173FB9B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95E2CAB-C3B4-ECA0-6560-CE73F52CB49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BDA5448-BA5A-8FB2-0BCB-4D41147B99C4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ABD5891-A3C1-C256-9D2A-A6C8405FE7BC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7CF104F-2BEA-9959-10E7-2B68319B0F2D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363B969-B696-F4CA-5F94-18E3F5592F64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0A452E0-34A7-512F-0F1E-227579A9880B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A021A9C-C377-51C0-5192-77E44EBA5016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CD3692-74A7-2BB9-B907-A8DEC83B4DF8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7B117F-48BC-0902-7547-147CFEA7CFC8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087C9A5-C3CD-AC78-6CFD-FB8EE21E1382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A88925-93BD-9878-2656-37098ECD2BE6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15504C-04B7-6A68-0F03-5942A98115E7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D8683B-7B2D-AF46-090D-86BA11FD42A7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C1E077-9788-C192-ECE1-BEAEB5C6525F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1633447-A343-AAA3-0941-B55255796A0C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D1C280C-C436-A9F1-0F5E-4AFBF09CBB4B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TODO: Add arrows.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Collective Communication with Shared Memory</vt:lpstr>
      <vt:lpstr>Instructions</vt:lpstr>
      <vt:lpstr>Prob 01: Broadcast</vt:lpstr>
      <vt:lpstr>Prob 02: Reduce</vt:lpstr>
      <vt:lpstr>Prob 03: Scatter</vt:lpstr>
      <vt:lpstr>Prob 04: Gather</vt:lpstr>
      <vt:lpstr>Prob 05: All Reduce</vt:lpstr>
      <vt:lpstr>Prob 06: All Gather</vt:lpstr>
      <vt:lpstr>Prob 07: All to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80</cp:revision>
  <dcterms:created xsi:type="dcterms:W3CDTF">2025-11-06T22:11:42Z</dcterms:created>
  <dcterms:modified xsi:type="dcterms:W3CDTF">2025-11-07T11:18:26Z</dcterms:modified>
</cp:coreProperties>
</file>